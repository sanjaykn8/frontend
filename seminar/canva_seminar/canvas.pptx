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1" r:id="rId9"/>
    <p:sldId id="262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766B-3BB6-2801-7D8B-B637DCA6D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F000A-B364-0E3B-FB6A-59D3ED79F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237CD-CF36-E1EC-7E31-E6E49CD0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9876B-F6B5-6922-719D-C204B0E7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D8AEB-464B-B4D9-2776-9B138D39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0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E184-5ED3-0980-002B-F615B187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2D73-F078-7C8C-037E-AA11B15E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A19C4-E9BB-8442-D6BD-BC19343F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5255-A0A8-BECE-7615-9674FF92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3FBE-D578-A919-9E86-5DC90A11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1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4FF2-1167-5333-BCC9-31559838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C8BB8-96CB-373E-A810-F74BF4A9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B3434-55D0-C162-B956-331D2EB4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73409-6826-932F-4728-810E52FD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B763-0F25-C1D2-B995-B38528EF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91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EA3C-9AEA-85BC-6BB3-711B1C0E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154D-83E9-D292-5FA0-23796F65D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A3209-61D4-3B40-A599-E4C02945F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8B25F-834D-5DA5-E339-FCB3DF23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48883-4BE2-61E3-E22A-0A4DC4D1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A1A08-B297-A763-A87B-49B2871D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4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F0939-8BF2-E7C3-EE17-DF46E4AD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0BB2B-59F2-5548-944E-21C08430D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15FCE-B3BF-17F1-9CAF-6FF9176EA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42BD0F-818D-8329-8CF8-C82FF3328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A7DA0-3DD9-E7A0-77FC-D4B58A4B0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CB755-0E8E-6574-A653-C221219E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26435-FA57-02EC-8072-C1FA60D4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BC42A-C44B-39AC-D215-5FC72718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15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3D37-3A26-FC60-A308-9F045DFD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7D9A1-C488-6BBF-4E20-C4D86080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8070D-0EA2-506E-5272-C09CA8A1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97733-E87F-46BA-E633-D16D1C62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59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F18FA-CA00-A455-2D12-1859F635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90D12-84BC-47F7-794A-3AC316AB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2B7E3-154B-559E-FB82-EF14FC06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94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CE51-E002-FF55-8D82-F8CBCD35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56C6-CB37-0282-8472-75AF4CA7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CC032-A4AE-3DA8-62F3-7F26774AD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78BB7-7943-94B9-1FE1-9F28FA64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926DB-7294-B40F-8919-62F63190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76287-4284-07C5-315C-E95BEB6E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21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A16D-20A2-8345-73E7-FDC60810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15812-E9F0-5327-F844-6A5AB7C8F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95972-B86A-59A0-9FF5-3B4C03154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05DF1-D916-D5B4-63D6-F3986E1A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E4A2E-7245-99ED-307A-8E90CE1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B629D-E3E6-6068-1E22-82ABFF9D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4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4AC1-CC71-DDD3-0E73-EDF8528D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5BB16-9237-F4E9-3BAF-58E16F6CB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F41C7-E825-B7C2-B3AB-A528B764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87521-539B-75CA-0559-F9566955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58E0-DA0B-30B8-8DC8-E0E6ACF7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88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137AA-335A-4291-E98E-6B28552D1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84738-FF8E-D18E-BD81-B964DB2E7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D8FC5-89C3-1090-3CCB-7AFD2437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7A5E2-FE64-C77C-70EB-13BCEA8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A9D8-4BC4-3ADE-FEE1-14DBFE74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87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95464-7A7B-78A0-CC67-456EF130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55A62-7240-97DE-6DCD-F62A8A03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FA233-D558-4B05-3ACB-00EA6D9D5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88B7C-9A0B-4105-B1E3-2B353261851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93A9A-B6E8-B037-EF3B-5BDAABD40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5B838-7333-E169-F592-1BACBECE4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7997C-E453-4497-A7D7-E6C2E0B67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79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9B12-81F9-4A0F-3825-65C2D422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9562F9-21EB-63F8-95A5-5F47A3254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139619"/>
              </p:ext>
            </p:extLst>
          </p:nvPr>
        </p:nvGraphicFramePr>
        <p:xfrm>
          <a:off x="838200" y="2081054"/>
          <a:ext cx="10515600" cy="3870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706319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2306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Function / Attribute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49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beginPath</a:t>
                      </a:r>
                      <a:r>
                        <a:rPr lang="en-IN" sz="20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Starts a new path.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13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moveTo(x, 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Moves the pen to the point (x, 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0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lineTo(x, 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Draws a straight line from the current point to (x, 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52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stroke()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Renders the outline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04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strokeStyle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Sets the color of the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320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lineWidth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Sets thickness of the 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00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lineCap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Specifies shape of line ends: "round", "square"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32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lineJoin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Corner style where lines meet: "bevel", "round"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135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4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7F79-F35B-DB53-C460-D43CE9C1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7661"/>
          </a:xfrm>
        </p:spPr>
        <p:txBody>
          <a:bodyPr>
            <a:normAutofit/>
          </a:bodyPr>
          <a:lstStyle/>
          <a:p>
            <a:r>
              <a:rPr lang="en-US" sz="3200" dirty="0"/>
              <a:t>&lt;canvas id="</a:t>
            </a:r>
            <a:r>
              <a:rPr lang="en-US" sz="3200" dirty="0" err="1"/>
              <a:t>lineCanvas</a:t>
            </a:r>
            <a:r>
              <a:rPr lang="en-US" sz="3200" dirty="0"/>
              <a:t>" width="300" height="200"&gt;&lt;/canvas&gt;</a:t>
            </a:r>
            <a:br>
              <a:rPr lang="en-US" sz="3200" dirty="0"/>
            </a:br>
            <a:br>
              <a:rPr lang="en-IN" sz="3200" dirty="0"/>
            </a:br>
            <a:r>
              <a:rPr lang="en-IN" sz="3200" dirty="0" err="1"/>
              <a:t>const</a:t>
            </a:r>
            <a:r>
              <a:rPr lang="en-IN" sz="3200" dirty="0"/>
              <a:t> </a:t>
            </a:r>
            <a:r>
              <a:rPr lang="en-IN" sz="3200" dirty="0" err="1"/>
              <a:t>lineCtx</a:t>
            </a:r>
            <a:r>
              <a:rPr lang="en-IN" sz="3200" dirty="0"/>
              <a:t> =  	</a:t>
            </a:r>
            <a:r>
              <a:rPr lang="en-IN" sz="3200" dirty="0" err="1"/>
              <a:t>document.getElementById</a:t>
            </a:r>
            <a:r>
              <a:rPr lang="en-IN" sz="3200" dirty="0"/>
              <a:t>('</a:t>
            </a:r>
            <a:r>
              <a:rPr lang="en-IN" sz="3200" dirty="0" err="1"/>
              <a:t>lineCanvas</a:t>
            </a:r>
            <a:r>
              <a:rPr lang="en-IN" sz="3200" dirty="0"/>
              <a:t>').</a:t>
            </a:r>
            <a:r>
              <a:rPr lang="en-IN" sz="3200" dirty="0" err="1"/>
              <a:t>getContext</a:t>
            </a:r>
            <a:r>
              <a:rPr lang="en-IN" sz="3200" dirty="0"/>
              <a:t>('2d');</a:t>
            </a:r>
            <a:br>
              <a:rPr lang="en-IN" sz="3200" dirty="0"/>
            </a:br>
            <a:r>
              <a:rPr lang="en-IN" sz="3200" dirty="0" err="1"/>
              <a:t>lineCtx.beginPath</a:t>
            </a:r>
            <a:r>
              <a:rPr lang="en-IN" sz="3200" dirty="0"/>
              <a:t>();</a:t>
            </a:r>
            <a:br>
              <a:rPr lang="en-IN" sz="3200" dirty="0"/>
            </a:br>
            <a:r>
              <a:rPr lang="en-IN" sz="3200" dirty="0" err="1"/>
              <a:t>lineCtx.moveTo</a:t>
            </a:r>
            <a:r>
              <a:rPr lang="en-IN" sz="3200" dirty="0"/>
              <a:t>(50, 50);</a:t>
            </a:r>
            <a:br>
              <a:rPr lang="en-IN" sz="3200" dirty="0"/>
            </a:br>
            <a:r>
              <a:rPr lang="en-IN" sz="3200" dirty="0" err="1"/>
              <a:t>lineCtx.lineTo</a:t>
            </a:r>
            <a:r>
              <a:rPr lang="en-IN" sz="3200" dirty="0"/>
              <a:t>(250, 150);</a:t>
            </a:r>
            <a:br>
              <a:rPr lang="en-IN" sz="3200" dirty="0"/>
            </a:br>
            <a:r>
              <a:rPr lang="en-IN" sz="3200" dirty="0" err="1"/>
              <a:t>lineCtx.strokeStyle</a:t>
            </a:r>
            <a:r>
              <a:rPr lang="en-IN" sz="3200" dirty="0"/>
              <a:t> = 'red';</a:t>
            </a:r>
            <a:br>
              <a:rPr lang="en-IN" sz="3200" dirty="0"/>
            </a:br>
            <a:r>
              <a:rPr lang="en-IN" sz="3200" dirty="0" err="1"/>
              <a:t>lineCtx.lineWidth</a:t>
            </a:r>
            <a:r>
              <a:rPr lang="en-IN" sz="3200" dirty="0"/>
              <a:t> = 4;</a:t>
            </a:r>
            <a:br>
              <a:rPr lang="en-IN" sz="3200" dirty="0"/>
            </a:br>
            <a:r>
              <a:rPr lang="en-IN" sz="3200" dirty="0" err="1"/>
              <a:t>lineCtx.stroke</a:t>
            </a:r>
            <a:r>
              <a:rPr lang="en-IN" sz="32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9105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D249F-D496-603A-CAE0-BBDB6E05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3CEB4-78BE-359F-5CE7-37B52E16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98" y="1676155"/>
            <a:ext cx="5325116" cy="415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1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49FC-C961-F078-A6F1-CF17AA58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Arcs/Circles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19B896-4667-D2F6-CD8B-183E259E9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691984"/>
              </p:ext>
            </p:extLst>
          </p:nvPr>
        </p:nvGraphicFramePr>
        <p:xfrm>
          <a:off x="838200" y="1690688"/>
          <a:ext cx="10515600" cy="473376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302705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8164048"/>
                    </a:ext>
                  </a:extLst>
                </a:gridCol>
              </a:tblGrid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Function / Attribute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Description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904895"/>
                  </a:ext>
                </a:extLst>
              </a:tr>
              <a:tr h="96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arc(x, y, radius, startAngle, endAngle, counterclockwise)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Draws an arc centered at (x, y). Angles in radians.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841965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beginPath</a:t>
                      </a:r>
                      <a:r>
                        <a:rPr lang="en-IN" sz="24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Start a new shape/path.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278381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closePath()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Connects last point to first.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45155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stroke()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Outline the arc.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486697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Fill the arc shape.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314054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fillStyle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fill color.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446442"/>
                  </a:ext>
                </a:extLst>
              </a:tr>
              <a:tr h="537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strokeStyle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Set border </a:t>
                      </a:r>
                      <a:r>
                        <a:rPr lang="en-IN" sz="2400" dirty="0" err="1"/>
                        <a:t>color</a:t>
                      </a:r>
                      <a:r>
                        <a:rPr lang="en-IN" sz="24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8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216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6444-1241-E2CD-AFE2-C104B7C8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3558"/>
          </a:xfrm>
        </p:spPr>
        <p:txBody>
          <a:bodyPr>
            <a:normAutofit/>
          </a:bodyPr>
          <a:lstStyle/>
          <a:p>
            <a:r>
              <a:rPr lang="en-IN" sz="2800" dirty="0"/>
              <a:t>&lt;canvas id="</a:t>
            </a:r>
            <a:r>
              <a:rPr lang="en-IN" sz="2800" dirty="0" err="1"/>
              <a:t>circleCanvas</a:t>
            </a:r>
            <a:r>
              <a:rPr lang="en-IN" sz="2800" dirty="0"/>
              <a:t>" width="300" height="200"&gt;&lt;/canvas&gt;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const</a:t>
            </a:r>
            <a:r>
              <a:rPr lang="en-IN" sz="2800" dirty="0"/>
              <a:t> </a:t>
            </a:r>
            <a:r>
              <a:rPr lang="en-IN" sz="2800" dirty="0" err="1"/>
              <a:t>circleCtx</a:t>
            </a:r>
            <a:r>
              <a:rPr lang="en-IN" sz="2800" dirty="0"/>
              <a:t> = 	</a:t>
            </a:r>
            <a:r>
              <a:rPr lang="en-IN" sz="2800" dirty="0" err="1"/>
              <a:t>document.getElementById</a:t>
            </a:r>
            <a:r>
              <a:rPr lang="en-IN" sz="2800" dirty="0"/>
              <a:t>('</a:t>
            </a:r>
            <a:r>
              <a:rPr lang="en-IN" sz="2800" dirty="0" err="1"/>
              <a:t>circleCanvas</a:t>
            </a:r>
            <a:r>
              <a:rPr lang="en-IN" sz="2800" dirty="0"/>
              <a:t>').</a:t>
            </a:r>
            <a:r>
              <a:rPr lang="en-IN" sz="2800" dirty="0" err="1"/>
              <a:t>getContext</a:t>
            </a:r>
            <a:r>
              <a:rPr lang="en-IN" sz="2800" dirty="0"/>
              <a:t>('2d');</a:t>
            </a:r>
            <a:br>
              <a:rPr lang="en-IN" sz="2800" dirty="0"/>
            </a:br>
            <a:r>
              <a:rPr lang="en-IN" sz="2800" dirty="0" err="1"/>
              <a:t>circleCtx.beginPath</a:t>
            </a:r>
            <a:r>
              <a:rPr lang="en-IN" sz="2800" dirty="0"/>
              <a:t>();</a:t>
            </a:r>
            <a:br>
              <a:rPr lang="en-IN" sz="2800" dirty="0"/>
            </a:br>
            <a:r>
              <a:rPr lang="en-IN" sz="2800" dirty="0"/>
              <a:t>circleCtx.arc(150, 100, 70, 0, 2 * </a:t>
            </a:r>
            <a:r>
              <a:rPr lang="en-IN" sz="2800" dirty="0" err="1"/>
              <a:t>Math.PI</a:t>
            </a:r>
            <a:r>
              <a:rPr lang="en-IN" sz="2800" dirty="0"/>
              <a:t>);</a:t>
            </a:r>
            <a:br>
              <a:rPr lang="en-IN" sz="2800" dirty="0"/>
            </a:br>
            <a:r>
              <a:rPr lang="en-IN" sz="2800" dirty="0" err="1"/>
              <a:t>circleCtx.strokeStyle</a:t>
            </a:r>
            <a:r>
              <a:rPr lang="en-IN" sz="2800" dirty="0"/>
              <a:t> = 'lime';</a:t>
            </a:r>
            <a:br>
              <a:rPr lang="en-IN" sz="2800" dirty="0"/>
            </a:br>
            <a:r>
              <a:rPr lang="en-IN" sz="2800" dirty="0" err="1"/>
              <a:t>circleCtx.lineWidth</a:t>
            </a:r>
            <a:r>
              <a:rPr lang="en-IN" sz="2800" dirty="0"/>
              <a:t> = 3;</a:t>
            </a:r>
            <a:br>
              <a:rPr lang="en-IN" sz="2800" dirty="0"/>
            </a:br>
            <a:r>
              <a:rPr lang="en-IN" sz="2800" dirty="0" err="1"/>
              <a:t>circleCtx.stroke</a:t>
            </a:r>
            <a:r>
              <a:rPr lang="en-IN" sz="28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5012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7858-45E2-4CB6-B362-1E9AC4D2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AF473-51FF-2A39-FE1B-A3B873D8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703" y="1852392"/>
            <a:ext cx="4605273" cy="38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A7ED-C351-483C-3EDD-A0904F3A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B8B93C-32DE-642D-DC61-C9B23740C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566751"/>
              </p:ext>
            </p:extLst>
          </p:nvPr>
        </p:nvGraphicFramePr>
        <p:xfrm>
          <a:off x="838200" y="1690688"/>
          <a:ext cx="10515600" cy="382476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822877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9804029"/>
                    </a:ext>
                  </a:extLst>
                </a:gridCol>
              </a:tblGrid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Property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Description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1804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/>
                        <a:t>shadowColor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Color of the shadow (e.g., "rgba(0,0,0,0.5)").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92273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shadowBlur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How blurry the shadow is (larger = blurrier).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330379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shadowOffsetX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Horizontal shadow offset.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077643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shadowOffsetY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Vertical shadow offset.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8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70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3BD5-38D0-4D6A-B296-0288AD25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28703"/>
          </a:xfrm>
        </p:spPr>
        <p:txBody>
          <a:bodyPr>
            <a:noAutofit/>
          </a:bodyPr>
          <a:lstStyle/>
          <a:p>
            <a:r>
              <a:rPr lang="en-IN" sz="2800" dirty="0"/>
              <a:t> &lt;canvas id="</a:t>
            </a:r>
            <a:r>
              <a:rPr lang="en-IN" sz="2800" dirty="0" err="1"/>
              <a:t>shadowCanvas</a:t>
            </a:r>
            <a:r>
              <a:rPr lang="en-IN" sz="2800" dirty="0"/>
              <a:t>" width="300" height="200"&gt;&lt;/canvas&gt;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const</a:t>
            </a:r>
            <a:r>
              <a:rPr lang="en-IN" sz="2800" dirty="0"/>
              <a:t> </a:t>
            </a:r>
            <a:r>
              <a:rPr lang="en-IN" sz="2800" dirty="0" err="1"/>
              <a:t>shadowCtx</a:t>
            </a:r>
            <a:r>
              <a:rPr lang="en-IN" sz="2800" dirty="0"/>
              <a:t> = 	</a:t>
            </a:r>
            <a:r>
              <a:rPr lang="en-IN" sz="2800" dirty="0" err="1"/>
              <a:t>document.getElementById</a:t>
            </a:r>
            <a:r>
              <a:rPr lang="en-IN" sz="2800" dirty="0"/>
              <a:t>('</a:t>
            </a:r>
            <a:r>
              <a:rPr lang="en-IN" sz="2800" dirty="0" err="1"/>
              <a:t>shadowCanvas</a:t>
            </a:r>
            <a:r>
              <a:rPr lang="en-IN" sz="2800" dirty="0"/>
              <a:t>').</a:t>
            </a:r>
            <a:r>
              <a:rPr lang="en-IN" sz="2800" dirty="0" err="1"/>
              <a:t>getContext</a:t>
            </a:r>
            <a:r>
              <a:rPr lang="en-IN" sz="2800" dirty="0"/>
              <a:t>('2d')      </a:t>
            </a:r>
            <a:r>
              <a:rPr lang="en-IN" sz="2800" dirty="0" err="1"/>
              <a:t>shadowCtx.shadowColor</a:t>
            </a:r>
            <a:r>
              <a:rPr lang="en-IN" sz="2800" dirty="0"/>
              <a:t> = 'blue';</a:t>
            </a:r>
            <a:br>
              <a:rPr lang="en-IN" sz="2800" dirty="0"/>
            </a:br>
            <a:r>
              <a:rPr lang="en-IN" sz="2800" dirty="0" err="1"/>
              <a:t>shadowCtx.shadowBlur</a:t>
            </a:r>
            <a:r>
              <a:rPr lang="en-IN" sz="2800" dirty="0"/>
              <a:t> = 15;</a:t>
            </a:r>
            <a:br>
              <a:rPr lang="en-IN" sz="2800" dirty="0"/>
            </a:br>
            <a:r>
              <a:rPr lang="en-IN" sz="2800" dirty="0" err="1"/>
              <a:t>shadowCtx.shadowOffsetX</a:t>
            </a:r>
            <a:r>
              <a:rPr lang="en-IN" sz="2800" dirty="0"/>
              <a:t> = 10;</a:t>
            </a:r>
            <a:br>
              <a:rPr lang="en-IN" sz="2800" dirty="0"/>
            </a:br>
            <a:r>
              <a:rPr lang="en-IN" sz="2800" dirty="0" err="1"/>
              <a:t>shadowCtx.shadowOffsetY</a:t>
            </a:r>
            <a:r>
              <a:rPr lang="en-IN" sz="2800" dirty="0"/>
              <a:t> = 10;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shadowCtx.fillStyle</a:t>
            </a:r>
            <a:r>
              <a:rPr lang="en-IN" sz="2800" dirty="0"/>
              <a:t> = 'orange';</a:t>
            </a:r>
            <a:br>
              <a:rPr lang="en-IN" sz="2800" dirty="0"/>
            </a:br>
            <a:r>
              <a:rPr lang="en-IN" sz="2800" dirty="0" err="1"/>
              <a:t>shadowCtx.fillRect</a:t>
            </a:r>
            <a:r>
              <a:rPr lang="en-IN" sz="2800" dirty="0"/>
              <a:t>(50, 50, 150, 100);</a:t>
            </a: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9780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B63A-A50F-4FEF-6F51-052C055B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E3EFE-55E6-B3E4-BA41-278D138D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821" y="1952418"/>
            <a:ext cx="4946577" cy="328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6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82A2-E09E-D204-F1B1-2C3F146E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302E2A-09F2-B530-B02C-E7AE2B6EF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478438"/>
              </p:ext>
            </p:extLst>
          </p:nvPr>
        </p:nvGraphicFramePr>
        <p:xfrm>
          <a:off x="838200" y="1789386"/>
          <a:ext cx="10515600" cy="411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042991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626676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Function / Attribute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Description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3249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translate(x, 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Moves the canvas origin to (x, 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8579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rotate(angle)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Rotates the canvas (in radians).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7237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scale(x, 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Scales the canvas along X and Y axes.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76404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Saves current canvas state.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2703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restore()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Restores canvas state to last save().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08417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transform(a, b, c, d, e, 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Applies a custom matrix transformation.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9056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setTransform(...)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Resets and sets transformation directly.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612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11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B918-0769-EC12-9DE8-A6E9A25A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6261"/>
          </a:xfrm>
        </p:spPr>
        <p:txBody>
          <a:bodyPr>
            <a:noAutofit/>
          </a:bodyPr>
          <a:lstStyle/>
          <a:p>
            <a:r>
              <a:rPr lang="en-IN" sz="2800" dirty="0"/>
              <a:t> &lt;canvas id="</a:t>
            </a:r>
            <a:r>
              <a:rPr lang="en-IN" sz="2800" dirty="0" err="1"/>
              <a:t>transformCanvas</a:t>
            </a:r>
            <a:r>
              <a:rPr lang="en-IN" sz="2800" dirty="0"/>
              <a:t>" width="300" height="200"&gt;&lt;/canvas&gt;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const</a:t>
            </a:r>
            <a:r>
              <a:rPr lang="en-IN" sz="2800" dirty="0"/>
              <a:t> </a:t>
            </a:r>
            <a:r>
              <a:rPr lang="en-IN" sz="2800" dirty="0" err="1"/>
              <a:t>transCtx</a:t>
            </a:r>
            <a:r>
              <a:rPr lang="en-IN" sz="2800" dirty="0"/>
              <a:t> = 	</a:t>
            </a:r>
            <a:r>
              <a:rPr lang="en-IN" sz="2800" dirty="0" err="1"/>
              <a:t>document.getElementById</a:t>
            </a:r>
            <a:r>
              <a:rPr lang="en-IN" sz="2800" dirty="0"/>
              <a:t>('</a:t>
            </a:r>
            <a:r>
              <a:rPr lang="en-IN" sz="2800" dirty="0" err="1"/>
              <a:t>transformCanvas</a:t>
            </a:r>
            <a:r>
              <a:rPr lang="en-IN" sz="2800" dirty="0"/>
              <a:t>').</a:t>
            </a:r>
            <a:r>
              <a:rPr lang="en-IN" sz="2800" dirty="0" err="1"/>
              <a:t>getContext</a:t>
            </a:r>
            <a:r>
              <a:rPr lang="en-IN" sz="2800" dirty="0"/>
              <a:t>('2d');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transCtx.fillStyle</a:t>
            </a:r>
            <a:r>
              <a:rPr lang="en-IN" sz="2800" dirty="0"/>
              <a:t> = '</a:t>
            </a:r>
            <a:r>
              <a:rPr lang="en-IN" sz="2800" dirty="0" err="1"/>
              <a:t>gray</a:t>
            </a:r>
            <a:r>
              <a:rPr lang="en-IN" sz="2800" dirty="0"/>
              <a:t>';</a:t>
            </a:r>
            <a:br>
              <a:rPr lang="en-IN" sz="2800" dirty="0"/>
            </a:br>
            <a:r>
              <a:rPr lang="en-IN" sz="2800" dirty="0" err="1"/>
              <a:t>transCtx.fillRect</a:t>
            </a:r>
            <a:r>
              <a:rPr lang="en-IN" sz="2800" dirty="0"/>
              <a:t>(20, 20, 100, 60);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transCtx.translate</a:t>
            </a:r>
            <a:r>
              <a:rPr lang="en-IN" sz="2800" dirty="0"/>
              <a:t>(50, 100);</a:t>
            </a:r>
            <a:br>
              <a:rPr lang="en-IN" sz="2800" dirty="0"/>
            </a:br>
            <a:r>
              <a:rPr lang="en-IN" sz="2800" dirty="0" err="1"/>
              <a:t>transCtx.rotate</a:t>
            </a:r>
            <a:r>
              <a:rPr lang="en-IN" sz="2800" dirty="0"/>
              <a:t>(</a:t>
            </a:r>
            <a:r>
              <a:rPr lang="en-IN" sz="2800" dirty="0" err="1"/>
              <a:t>Math.PI</a:t>
            </a:r>
            <a:r>
              <a:rPr lang="en-IN" sz="2800" dirty="0"/>
              <a:t> / 3); </a:t>
            </a:r>
            <a:br>
              <a:rPr lang="en-IN" sz="2800" dirty="0"/>
            </a:br>
            <a:r>
              <a:rPr lang="en-IN" sz="2800" dirty="0" err="1"/>
              <a:t>transCtx.fillStyle</a:t>
            </a:r>
            <a:r>
              <a:rPr lang="en-IN" sz="2800" dirty="0"/>
              <a:t> = 'purple';</a:t>
            </a:r>
            <a:br>
              <a:rPr lang="en-IN" sz="2800" dirty="0"/>
            </a:br>
            <a:r>
              <a:rPr lang="en-IN" sz="2800" dirty="0" err="1"/>
              <a:t>transCtx.fillRect</a:t>
            </a:r>
            <a:r>
              <a:rPr lang="en-IN" sz="2800" dirty="0"/>
              <a:t>(-50, -30, 100, 60);</a:t>
            </a:r>
          </a:p>
        </p:txBody>
      </p:sp>
    </p:spTree>
    <p:extLst>
      <p:ext uri="{BB962C8B-B14F-4D97-AF65-F5344CB8AC3E}">
        <p14:creationId xmlns:p14="http://schemas.microsoft.com/office/powerpoint/2010/main" val="19748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2B12-0E4E-B701-3189-DA244AB0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C17E5-5B60-554C-C2EA-3AD7F83D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221" y="2023866"/>
            <a:ext cx="4841755" cy="35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1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626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Lines</vt:lpstr>
      <vt:lpstr>&lt;canvas id="lineCanvas" width="300" height="200"&gt;&lt;/canvas&gt;  const lineCtx =   document.getElementById('lineCanvas').getContext('2d'); lineCtx.beginPath(); lineCtx.moveTo(50, 50); lineCtx.lineTo(250, 150); lineCtx.strokeStyle = 'red'; lineCtx.lineWidth = 4; lineCtx.stroke();</vt:lpstr>
      <vt:lpstr>PowerPoint Presentation</vt:lpstr>
      <vt:lpstr>Arcs/Circles</vt:lpstr>
      <vt:lpstr>&lt;canvas id="circleCanvas" width="300" height="200"&gt;&lt;/canvas&gt;  const circleCtx =  document.getElementById('circleCanvas').getContext('2d'); circleCtx.beginPath(); circleCtx.arc(150, 100, 70, 0, 2 * Math.PI); circleCtx.strokeStyle = 'lime'; circleCtx.lineWidth = 3; circleCtx.stroke();</vt:lpstr>
      <vt:lpstr>PowerPoint Presentation</vt:lpstr>
      <vt:lpstr>Shadows</vt:lpstr>
      <vt:lpstr> &lt;canvas id="shadowCanvas" width="300" height="200"&gt;&lt;/canvas&gt;  const shadowCtx =  document.getElementById('shadowCanvas').getContext('2d')      shadowCtx.shadowColor = 'blue'; shadowCtx.shadowBlur = 15; shadowCtx.shadowOffsetX = 10; shadowCtx.shadowOffsetY = 10;  shadowCtx.fillStyle = 'orange'; shadowCtx.fillRect(50, 50, 150, 100); </vt:lpstr>
      <vt:lpstr>PowerPoint Presentation</vt:lpstr>
      <vt:lpstr>Transformations</vt:lpstr>
      <vt:lpstr> &lt;canvas id="transformCanvas" width="300" height="200"&gt;&lt;/canvas&gt;  const transCtx =  document.getElementById('transformCanvas').getContext('2d');  transCtx.fillStyle = 'gray'; transCtx.fillRect(20, 20, 100, 60);  transCtx.translate(50, 100); transCtx.rotate(Math.PI / 3);  transCtx.fillStyle = 'purple'; transCtx.fillRect(-50, -30, 100, 60);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KN</dc:creator>
  <cp:lastModifiedBy>Sanjay KN</cp:lastModifiedBy>
  <cp:revision>2</cp:revision>
  <dcterms:created xsi:type="dcterms:W3CDTF">2025-07-21T13:58:05Z</dcterms:created>
  <dcterms:modified xsi:type="dcterms:W3CDTF">2025-07-21T14:11:21Z</dcterms:modified>
</cp:coreProperties>
</file>